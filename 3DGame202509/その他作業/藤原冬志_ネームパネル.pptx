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5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B4A0"/>
    <a:srgbClr val="6F86C3"/>
    <a:srgbClr val="EB6B85"/>
    <a:srgbClr val="97B5DF"/>
    <a:srgbClr val="F093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9AE5C8-F4F9-DA48-1E03-2AAC8665AEB3}" v="11" dt="2025-09-02T00:40:44.930"/>
    <p1510:client id="{890DFFF2-3302-3416-77EA-2F2281B81568}" v="33" dt="2025-09-02T00:41:14.698"/>
    <p1510:client id="{E989E5C5-848B-BB03-D105-4D004BDAC140}" v="88" dt="2025-09-02T00:37:46.803"/>
    <p1510:client id="{EFC20EA1-0B7C-CA02-D09D-33F4B16F8D6D}" v="80" dt="2025-09-02T00:42:02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8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片桐　慧野" userId="S::fko2547045@stu.o-hara.ac.jp::98d5860c-7c3a-4286-b27c-d7031337d22a" providerId="AD" clId="Web-{E989E5C5-848B-BB03-D105-4D004BDAC140}"/>
    <pc:docChg chg="modSld">
      <pc:chgData name="片桐　慧野" userId="S::fko2547045@stu.o-hara.ac.jp::98d5860c-7c3a-4286-b27c-d7031337d22a" providerId="AD" clId="Web-{E989E5C5-848B-BB03-D105-4D004BDAC140}" dt="2025-09-02T00:37:46.803" v="49" actId="20577"/>
      <pc:docMkLst>
        <pc:docMk/>
      </pc:docMkLst>
      <pc:sldChg chg="addSp delSp modSp">
        <pc:chgData name="片桐　慧野" userId="S::fko2547045@stu.o-hara.ac.jp::98d5860c-7c3a-4286-b27c-d7031337d22a" providerId="AD" clId="Web-{E989E5C5-848B-BB03-D105-4D004BDAC140}" dt="2025-09-02T00:37:46.803" v="49" actId="20577"/>
        <pc:sldMkLst>
          <pc:docMk/>
          <pc:sldMk cId="4136249122" sldId="276"/>
        </pc:sldMkLst>
        <pc:spChg chg="mod">
          <ac:chgData name="片桐　慧野" userId="S::fko2547045@stu.o-hara.ac.jp::98d5860c-7c3a-4286-b27c-d7031337d22a" providerId="AD" clId="Web-{E989E5C5-848B-BB03-D105-4D004BDAC140}" dt="2025-09-02T00:35:30.080" v="21" actId="20577"/>
          <ac:spMkLst>
            <pc:docMk/>
            <pc:sldMk cId="4136249122" sldId="276"/>
            <ac:spMk id="4" creationId="{00000000-0000-0000-0000-000000000000}"/>
          </ac:spMkLst>
        </pc:spChg>
        <pc:spChg chg="add del mod">
          <ac:chgData name="片桐　慧野" userId="S::fko2547045@stu.o-hara.ac.jp::98d5860c-7c3a-4286-b27c-d7031337d22a" providerId="AD" clId="Web-{E989E5C5-848B-BB03-D105-4D004BDAC140}" dt="2025-09-02T00:37:46.803" v="49" actId="20577"/>
          <ac:spMkLst>
            <pc:docMk/>
            <pc:sldMk cId="4136249122" sldId="276"/>
            <ac:spMk id="9" creationId="{00000000-0000-0000-0000-000000000000}"/>
          </ac:spMkLst>
        </pc:spChg>
        <pc:picChg chg="add del mod">
          <ac:chgData name="片桐　慧野" userId="S::fko2547045@stu.o-hara.ac.jp::98d5860c-7c3a-4286-b27c-d7031337d22a" providerId="AD" clId="Web-{E989E5C5-848B-BB03-D105-4D004BDAC140}" dt="2025-09-02T00:36:39.129" v="44"/>
          <ac:picMkLst>
            <pc:docMk/>
            <pc:sldMk cId="4136249122" sldId="276"/>
            <ac:picMk id="2" creationId="{23FC1545-61B2-AEF1-7B9A-57A000A7C45C}"/>
          </ac:picMkLst>
        </pc:picChg>
        <pc:picChg chg="add del mod">
          <ac:chgData name="片桐　慧野" userId="S::fko2547045@stu.o-hara.ac.jp::98d5860c-7c3a-4286-b27c-d7031337d22a" providerId="AD" clId="Web-{E989E5C5-848B-BB03-D105-4D004BDAC140}" dt="2025-09-02T00:36:28.816" v="39"/>
          <ac:picMkLst>
            <pc:docMk/>
            <pc:sldMk cId="4136249122" sldId="276"/>
            <ac:picMk id="11" creationId="{00000000-0000-0000-0000-000000000000}"/>
          </ac:picMkLst>
        </pc:picChg>
      </pc:sldChg>
    </pc:docChg>
  </pc:docChgLst>
  <pc:docChgLst>
    <pc:chgData name="片桐　慧野" userId="S::fko2547045@stu.o-hara.ac.jp::98d5860c-7c3a-4286-b27c-d7031337d22a" providerId="AD" clId="Web-{890DFFF2-3302-3416-77EA-2F2281B81568}"/>
    <pc:docChg chg="modSld">
      <pc:chgData name="片桐　慧野" userId="S::fko2547045@stu.o-hara.ac.jp::98d5860c-7c3a-4286-b27c-d7031337d22a" providerId="AD" clId="Web-{890DFFF2-3302-3416-77EA-2F2281B81568}" dt="2025-09-02T00:41:11.323" v="16" actId="20577"/>
      <pc:docMkLst>
        <pc:docMk/>
      </pc:docMkLst>
      <pc:sldChg chg="modSp">
        <pc:chgData name="片桐　慧野" userId="S::fko2547045@stu.o-hara.ac.jp::98d5860c-7c3a-4286-b27c-d7031337d22a" providerId="AD" clId="Web-{890DFFF2-3302-3416-77EA-2F2281B81568}" dt="2025-09-02T00:41:11.323" v="16" actId="20577"/>
        <pc:sldMkLst>
          <pc:docMk/>
          <pc:sldMk cId="4136249122" sldId="276"/>
        </pc:sldMkLst>
        <pc:spChg chg="mod">
          <ac:chgData name="片桐　慧野" userId="S::fko2547045@stu.o-hara.ac.jp::98d5860c-7c3a-4286-b27c-d7031337d22a" providerId="AD" clId="Web-{890DFFF2-3302-3416-77EA-2F2281B81568}" dt="2025-09-02T00:38:31.803" v="3" actId="20577"/>
          <ac:spMkLst>
            <pc:docMk/>
            <pc:sldMk cId="4136249122" sldId="276"/>
            <ac:spMk id="4" creationId="{00000000-0000-0000-0000-000000000000}"/>
          </ac:spMkLst>
        </pc:spChg>
        <pc:spChg chg="mod">
          <ac:chgData name="片桐　慧野" userId="S::fko2547045@stu.o-hara.ac.jp::98d5860c-7c3a-4286-b27c-d7031337d22a" providerId="AD" clId="Web-{890DFFF2-3302-3416-77EA-2F2281B81568}" dt="2025-09-02T00:41:11.323" v="16" actId="20577"/>
          <ac:spMkLst>
            <pc:docMk/>
            <pc:sldMk cId="4136249122" sldId="276"/>
            <ac:spMk id="9" creationId="{00000000-0000-0000-0000-000000000000}"/>
          </ac:spMkLst>
        </pc:spChg>
      </pc:sldChg>
    </pc:docChg>
  </pc:docChgLst>
  <pc:docChgLst>
    <pc:chgData name="山下　潤之助" userId="S::fko2547035@stu.o-hara.ac.jp::5a7590a3-8c61-444a-8eac-652a6a88efcd" providerId="AD" clId="Web-{EFC20EA1-0B7C-CA02-D09D-33F4B16F8D6D}"/>
    <pc:docChg chg="modSld">
      <pc:chgData name="山下　潤之助" userId="S::fko2547035@stu.o-hara.ac.jp::5a7590a3-8c61-444a-8eac-652a6a88efcd" providerId="AD" clId="Web-{EFC20EA1-0B7C-CA02-D09D-33F4B16F8D6D}" dt="2025-09-02T00:42:02.383" v="47" actId="20577"/>
      <pc:docMkLst>
        <pc:docMk/>
      </pc:docMkLst>
      <pc:sldChg chg="modSp">
        <pc:chgData name="山下　潤之助" userId="S::fko2547035@stu.o-hara.ac.jp::5a7590a3-8c61-444a-8eac-652a6a88efcd" providerId="AD" clId="Web-{EFC20EA1-0B7C-CA02-D09D-33F4B16F8D6D}" dt="2025-09-02T00:42:02.383" v="47" actId="20577"/>
        <pc:sldMkLst>
          <pc:docMk/>
          <pc:sldMk cId="3877821530" sldId="256"/>
        </pc:sldMkLst>
        <pc:spChg chg="mod">
          <ac:chgData name="山下　潤之助" userId="S::fko2547035@stu.o-hara.ac.jp::5a7590a3-8c61-444a-8eac-652a6a88efcd" providerId="AD" clId="Web-{EFC20EA1-0B7C-CA02-D09D-33F4B16F8D6D}" dt="2025-09-02T00:42:01.915" v="45" actId="20577"/>
          <ac:spMkLst>
            <pc:docMk/>
            <pc:sldMk cId="3877821530" sldId="256"/>
            <ac:spMk id="4" creationId="{00000000-0000-0000-0000-000000000000}"/>
          </ac:spMkLst>
        </pc:spChg>
        <pc:spChg chg="mod">
          <ac:chgData name="山下　潤之助" userId="S::fko2547035@stu.o-hara.ac.jp::5a7590a3-8c61-444a-8eac-652a6a88efcd" providerId="AD" clId="Web-{EFC20EA1-0B7C-CA02-D09D-33F4B16F8D6D}" dt="2025-09-02T00:41:59.274" v="37" actId="20577"/>
          <ac:spMkLst>
            <pc:docMk/>
            <pc:sldMk cId="3877821530" sldId="256"/>
            <ac:spMk id="6" creationId="{00000000-0000-0000-0000-000000000000}"/>
          </ac:spMkLst>
        </pc:spChg>
        <pc:spChg chg="mod">
          <ac:chgData name="山下　潤之助" userId="S::fko2547035@stu.o-hara.ac.jp::5a7590a3-8c61-444a-8eac-652a6a88efcd" providerId="AD" clId="Web-{EFC20EA1-0B7C-CA02-D09D-33F4B16F8D6D}" dt="2025-09-02T00:42:02.383" v="47" actId="20577"/>
          <ac:spMkLst>
            <pc:docMk/>
            <pc:sldMk cId="3877821530" sldId="256"/>
            <ac:spMk id="9" creationId="{00000000-0000-0000-0000-000000000000}"/>
          </ac:spMkLst>
        </pc:spChg>
        <pc:spChg chg="mod">
          <ac:chgData name="山下　潤之助" userId="S::fko2547035@stu.o-hara.ac.jp::5a7590a3-8c61-444a-8eac-652a6a88efcd" providerId="AD" clId="Web-{EFC20EA1-0B7C-CA02-D09D-33F4B16F8D6D}" dt="2025-09-02T00:42:01.071" v="40" actId="20577"/>
          <ac:spMkLst>
            <pc:docMk/>
            <pc:sldMk cId="3877821530" sldId="256"/>
            <ac:spMk id="10" creationId="{00000000-0000-0000-0000-000000000000}"/>
          </ac:spMkLst>
        </pc:spChg>
      </pc:sldChg>
    </pc:docChg>
  </pc:docChgLst>
  <pc:docChgLst>
    <pc:chgData name="園田　悠日" userId="S::fko2547010@stu.o-hara.ac.jp::b0b727be-65bf-421f-b043-3676834dea5f" providerId="AD" clId="Web-{5B9AE5C8-F4F9-DA48-1E03-2AAC8665AEB3}"/>
    <pc:docChg chg="modSld">
      <pc:chgData name="園田　悠日" userId="S::fko2547010@stu.o-hara.ac.jp::b0b727be-65bf-421f-b043-3676834dea5f" providerId="AD" clId="Web-{5B9AE5C8-F4F9-DA48-1E03-2AAC8665AEB3}" dt="2025-09-02T00:40:44.633" v="4" actId="20577"/>
      <pc:docMkLst>
        <pc:docMk/>
      </pc:docMkLst>
      <pc:sldChg chg="modSp">
        <pc:chgData name="園田　悠日" userId="S::fko2547010@stu.o-hara.ac.jp::b0b727be-65bf-421f-b043-3676834dea5f" providerId="AD" clId="Web-{5B9AE5C8-F4F9-DA48-1E03-2AAC8665AEB3}" dt="2025-09-02T00:40:44.633" v="4" actId="20577"/>
        <pc:sldMkLst>
          <pc:docMk/>
          <pc:sldMk cId="3951316569" sldId="274"/>
        </pc:sldMkLst>
        <pc:spChg chg="mod">
          <ac:chgData name="園田　悠日" userId="S::fko2547010@stu.o-hara.ac.jp::b0b727be-65bf-421f-b043-3676834dea5f" providerId="AD" clId="Web-{5B9AE5C8-F4F9-DA48-1E03-2AAC8665AEB3}" dt="2025-09-02T00:40:44.633" v="4" actId="20577"/>
          <ac:spMkLst>
            <pc:docMk/>
            <pc:sldMk cId="3951316569" sldId="274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8F923D-5D06-4364-8DAB-C0F9132149B8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CDD72C-2BDF-4991-A649-5C1F0B55C1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123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4306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6567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9594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6517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9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7098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6318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357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361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0754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109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128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2A35D-6E50-428D-AB3E-CCB13097CFBD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27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ふじはら　　</a:t>
            </a:r>
            <a:r>
              <a:rPr lang="ja-JP" altLang="en-US" sz="4400" b="1" spc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けいし</a:t>
            </a:r>
            <a:endParaRPr kumimoji="1" lang="ja-JP" altLang="en-US" sz="4400" b="1" spc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60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藤原 冬志</a:t>
            </a:r>
            <a:endParaRPr kumimoji="1" lang="ja-JP" altLang="en-US" sz="1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11885" y="1636707"/>
            <a:ext cx="108939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600" b="1" spc="-300">
                <a:solidFill>
                  <a:srgbClr val="6F86C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ゲームプログラマー</a:t>
            </a:r>
          </a:p>
        </p:txBody>
      </p:sp>
    </p:spTree>
    <p:extLst>
      <p:ext uri="{BB962C8B-B14F-4D97-AF65-F5344CB8AC3E}">
        <p14:creationId xmlns:p14="http://schemas.microsoft.com/office/powerpoint/2010/main" val="2608324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4574505-c322-4981-8ebb-5d25af8d4de8" xsi:nil="true"/>
    <lcf76f155ced4ddcb4097134ff3c332f xmlns="098a3c11-7ac2-46ba-89ce-8b2d5c9f76f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C7952A5A25B2543AB99BC9B879A46ED" ma:contentTypeVersion="13" ma:contentTypeDescription="新しいドキュメントを作成します。" ma:contentTypeScope="" ma:versionID="2f8695b02b7ed3c20a797b0f4a89aa15">
  <xsd:schema xmlns:xsd="http://www.w3.org/2001/XMLSchema" xmlns:xs="http://www.w3.org/2001/XMLSchema" xmlns:p="http://schemas.microsoft.com/office/2006/metadata/properties" xmlns:ns2="098a3c11-7ac2-46ba-89ce-8b2d5c9f76f8" xmlns:ns3="04574505-c322-4981-8ebb-5d25af8d4de8" targetNamespace="http://schemas.microsoft.com/office/2006/metadata/properties" ma:root="true" ma:fieldsID="349e453570a4fb0eaa81f3d9c0417375" ns2:_="" ns3:_="">
    <xsd:import namespace="098a3c11-7ac2-46ba-89ce-8b2d5c9f76f8"/>
    <xsd:import namespace="04574505-c322-4981-8ebb-5d25af8d4d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8a3c11-7ac2-46ba-89ce-8b2d5c9f76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574505-c322-4981-8ebb-5d25af8d4de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44953b2-95a8-4edc-80ea-e32e032fc8ac}" ma:internalName="TaxCatchAll" ma:showField="CatchAllData" ma:web="04574505-c322-4981-8ebb-5d25af8d4d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076C90-A5BD-423D-8149-F08F7F4C21D9}">
  <ds:schemaRefs>
    <ds:schemaRef ds:uri="04574505-c322-4981-8ebb-5d25af8d4de8"/>
    <ds:schemaRef ds:uri="098a3c11-7ac2-46ba-89ce-8b2d5c9f76f8"/>
    <ds:schemaRef ds:uri="623c1f4e-13ae-46f4-94ff-76f6b79c6399"/>
    <ds:schemaRef ds:uri="8f9db590-ec8a-4a7b-bfda-d3307d2d00e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9101309-19F3-410F-8FC5-B2C48F9BF599}">
  <ds:schemaRefs>
    <ds:schemaRef ds:uri="04574505-c322-4981-8ebb-5d25af8d4de8"/>
    <ds:schemaRef ds:uri="098a3c11-7ac2-46ba-89ce-8b2d5c9f76f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A980775-8E62-4B38-B8CC-76E0047B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ワイド画面</PresentationFormat>
  <Paragraphs>7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泉 政俊</dc:creator>
  <cp:lastModifiedBy>藤原　冬志</cp:lastModifiedBy>
  <cp:revision>2</cp:revision>
  <dcterms:created xsi:type="dcterms:W3CDTF">2024-09-09T02:43:12Z</dcterms:created>
  <dcterms:modified xsi:type="dcterms:W3CDTF">2025-09-02T00:44:33Z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0x0101009C7952A5A25B2543AB99BC9B879A46ED</vt:lpwstr>
  </property>
  <property fmtid="{D5CDD505-2E9C-101B-9397-08002B2CF9AE}" pid="3" name="MediaServiceImageTags">
    <vt:lpwstr/>
  </property>
</Properties>
</file>